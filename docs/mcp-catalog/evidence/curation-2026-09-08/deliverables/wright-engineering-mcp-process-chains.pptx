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c447e6541404d" /><Relationship Type="http://schemas.openxmlformats.org/officeDocument/2006/relationships/extended-properties" Target="/docProps/app.xml" Id="Redf20450c2094088" /><Relationship Type="http://schemas.openxmlformats.org/officeDocument/2006/relationships/officeDocument" Target="/ppt/presentation.xml" Id="Rc7b29026352e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49c61cb7646ac"/>
  </p:sldMasterIdLst>
  <p:notesMasterIdLst>
    <p:notesMasterId xmlns:r="http://schemas.openxmlformats.org/officeDocument/2006/relationships" r:id="R041cebf95d174f1e"/>
  </p:notesMasterIdLst>
  <p:sldIdLst>
    <p:sldId xmlns:r="http://schemas.openxmlformats.org/officeDocument/2006/relationships" id="256" r:id="R031b4df32398425f"/>
    <p:sldId xmlns:r="http://schemas.openxmlformats.org/officeDocument/2006/relationships" id="257" r:id="R8555cce03e614f6b"/>
    <p:sldId xmlns:r="http://schemas.openxmlformats.org/officeDocument/2006/relationships" id="258" r:id="R69afa6bc59a44849"/>
    <p:sldId xmlns:r="http://schemas.openxmlformats.org/officeDocument/2006/relationships" id="259" r:id="Ra1ce796b49c346c2"/>
    <p:sldId xmlns:r="http://schemas.openxmlformats.org/officeDocument/2006/relationships" id="260" r:id="R4949945e3e254747"/>
    <p:sldId xmlns:r="http://schemas.openxmlformats.org/officeDocument/2006/relationships" id="261" r:id="R7cd944638cef4108"/>
    <p:sldId xmlns:r="http://schemas.openxmlformats.org/officeDocument/2006/relationships" id="262" r:id="Rf32aa984f01b45c2"/>
    <p:sldId xmlns:r="http://schemas.openxmlformats.org/officeDocument/2006/relationships" id="263" r:id="R7fb34e8520744ffa"/>
    <p:sldId xmlns:r="http://schemas.openxmlformats.org/officeDocument/2006/relationships" id="264" r:id="R25539334179e48fd"/>
    <p:sldId xmlns:r="http://schemas.openxmlformats.org/officeDocument/2006/relationships" id="265" r:id="R496cab196b6b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d2e070012240f9" /><Relationship Type="http://schemas.openxmlformats.org/officeDocument/2006/relationships/slideMaster" Target="/ppt/slideMasters/slideMaster1.xml" Id="Reb149c61cb7646ac" /><Relationship Type="http://schemas.openxmlformats.org/officeDocument/2006/relationships/notesMaster" Target="/ppt/notesMasters/notesMaster1.xml" Id="R041cebf95d174f1e" /><Relationship Type="http://schemas.openxmlformats.org/officeDocument/2006/relationships/presProps" Target="/ppt/presProps.xml" Id="R429348fdabe74df2" /><Relationship Type="http://schemas.openxmlformats.org/officeDocument/2006/relationships/tableStyles" Target="/ppt/tableStyles.xml" Id="R8763e277003d4dc6" /><Relationship Type="http://schemas.openxmlformats.org/officeDocument/2006/relationships/slide" Target="/ppt/slides/slide1.xml" Id="R031b4df32398425f" /><Relationship Type="http://schemas.openxmlformats.org/officeDocument/2006/relationships/slide" Target="/ppt/slides/slide2.xml" Id="R8555cce03e614f6b" /><Relationship Type="http://schemas.openxmlformats.org/officeDocument/2006/relationships/slide" Target="/ppt/slides/slide3.xml" Id="R69afa6bc59a44849" /><Relationship Type="http://schemas.openxmlformats.org/officeDocument/2006/relationships/slide" Target="/ppt/slides/slide4.xml" Id="Ra1ce796b49c346c2" /><Relationship Type="http://schemas.openxmlformats.org/officeDocument/2006/relationships/slide" Target="/ppt/slides/slide5.xml" Id="R4949945e3e254747" /><Relationship Type="http://schemas.openxmlformats.org/officeDocument/2006/relationships/slide" Target="/ppt/slides/slide6.xml" Id="R7cd944638cef4108" /><Relationship Type="http://schemas.openxmlformats.org/officeDocument/2006/relationships/slide" Target="/ppt/slides/slide7.xml" Id="Rf32aa984f01b45c2" /><Relationship Type="http://schemas.openxmlformats.org/officeDocument/2006/relationships/slide" Target="/ppt/slides/slide8.xml" Id="R7fb34e8520744ffa" /><Relationship Type="http://schemas.openxmlformats.org/officeDocument/2006/relationships/slide" Target="/ppt/slides/slide9.xml" Id="R25539334179e48fd" /><Relationship Type="http://schemas.openxmlformats.org/officeDocument/2006/relationships/slide" Target="/ppt/slides/slide10.xml" Id="R496cab196b6b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821d8c8783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f5cacac334f6e" /><Relationship Type="http://schemas.openxmlformats.org/officeDocument/2006/relationships/notesMaster" Target="/ppt/notesMasters/notesMaster1.xml" Id="R96fd69e904df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9bde5079b41c3" /><Relationship Type="http://schemas.openxmlformats.org/officeDocument/2006/relationships/notesMaster" Target="/ppt/notesMasters/notesMaster1.xml" Id="R5da13da4f16e45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ee669664ad44b4" /><Relationship Type="http://schemas.openxmlformats.org/officeDocument/2006/relationships/notesMaster" Target="/ppt/notesMasters/notesMaster1.xml" Id="R6c7e277bb95e4b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fdc06d66084f69" /><Relationship Type="http://schemas.openxmlformats.org/officeDocument/2006/relationships/notesMaster" Target="/ppt/notesMasters/notesMaster1.xml" Id="R473f7bd83ef74a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7c7a0cb9064cdf" /><Relationship Type="http://schemas.openxmlformats.org/officeDocument/2006/relationships/notesMaster" Target="/ppt/notesMasters/notesMaster1.xml" Id="R636dfa2b2f77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cfd434848c47b5" /><Relationship Type="http://schemas.openxmlformats.org/officeDocument/2006/relationships/notesMaster" Target="/ppt/notesMasters/notesMaster1.xml" Id="Rb656e7d56bbd44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1e57c3c38643b8" /><Relationship Type="http://schemas.openxmlformats.org/officeDocument/2006/relationships/notesMaster" Target="/ppt/notesMasters/notesMaster1.xml" Id="R053af488056f44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d19b6986448a5" /><Relationship Type="http://schemas.openxmlformats.org/officeDocument/2006/relationships/notesMaster" Target="/ppt/notesMasters/notesMaster1.xml" Id="Rda3dd02a85ee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32782e5c964b10" /><Relationship Type="http://schemas.openxmlformats.org/officeDocument/2006/relationships/notesMaster" Target="/ppt/notesMasters/notesMaster1.xml" Id="R0564c88a49804a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ccfa109f124812" /><Relationship Type="http://schemas.openxmlformats.org/officeDocument/2006/relationships/notesMaster" Target="/ppt/notesMasters/notesMaster1.xml" Id="Rf5a34468b4d1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  <a:p xmlns:a="http://schemas.openxmlformats.org/drawingml/2006/main">
            <a:r>
              <a:t>Counts: curated 10, follow up 55, remove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  <a:p xmlns:a="http://schemas.openxmlformats.org/drawingml/2006/main">
            <a:r>
              <a:t>Mechanical STL SHA-256: e69b79332f7ab55355cb64ab1365face79afe61bc4282e3016a8093c9b4a38d9.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  <a:p xmlns:a="http://schemas.openxmlformats.org/drawingml/2006/main">
            <a:r>
              <a:t>Structural VTU SHA-256: 40cd83773e12d817cf234943e171c19a19d5b8145fd7bb19bc535d2efb2906b0.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  <a:p xmlns:a="http://schemas.openxmlformats.org/drawingml/2006/main">
            <a:r>
              <a:t>Thermal VTU SHA-256: 25be03922ed6701023b948142bb3e2150a1daafe139ba3036876d42e16446208.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Wright committed curation report and process-chains-linux.json evidence dated 2026-09-08. Output images are renders of artifacts regenerated from the same committed chain runner; the deterministic STL and VTU outputs match the authoritative evidence hashes.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eab6c91e0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27f30e62449e8" /><Relationship Type="http://schemas.openxmlformats.org/officeDocument/2006/relationships/slideLayout" Target="/ppt/slideLayouts/slideLayout1.xml" Id="Rc15fee645133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fee645133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a7cc0dbb54dcc" /><Relationship Type="http://schemas.openxmlformats.org/officeDocument/2006/relationships/image" Target="/ppt/media/image.png" Id="R85cf0b75b93d4fd2" /><Relationship Type="http://schemas.openxmlformats.org/officeDocument/2006/relationships/notesSlide" Target="/ppt/notesSlides/notesSlide1.xml" Id="R3026e488470b43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2c2f1310b4678" /><Relationship Type="http://schemas.openxmlformats.org/officeDocument/2006/relationships/chart" Target="/ppt/slides/charts/chart1.xml" Id="R95e5dc69d2ca4b67" /><Relationship Type="http://schemas.openxmlformats.org/officeDocument/2006/relationships/notesSlide" Target="/ppt/notesSlides/notesSlide2.xml" Id="R68c85511a70e41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338a61b5749ac" /><Relationship Type="http://schemas.openxmlformats.org/officeDocument/2006/relationships/notesSlide" Target="/ppt/notesSlides/notesSlide3.xml" Id="Re72891c633e5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96849418c4a89" /><Relationship Type="http://schemas.openxmlformats.org/officeDocument/2006/relationships/notesSlide" Target="/ppt/notesSlides/notesSlide4.xml" Id="R294f4bff8eba42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880454ca64f28" /><Relationship Type="http://schemas.openxmlformats.org/officeDocument/2006/relationships/image" Target="/ppt/media/image2.png" Id="Rab0005c557144d87" /><Relationship Type="http://schemas.openxmlformats.org/officeDocument/2006/relationships/notesSlide" Target="/ppt/notesSlides/notesSlide5.xml" Id="R82700533eeec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c693961e84dff" /><Relationship Type="http://schemas.openxmlformats.org/officeDocument/2006/relationships/image" Target="/ppt/media/image3.png" Id="Ra3c175ce5a0f4f7d" /><Relationship Type="http://schemas.openxmlformats.org/officeDocument/2006/relationships/image" Target="/ppt/media/image4.png" Id="R2868a1e289cd419b" /><Relationship Type="http://schemas.openxmlformats.org/officeDocument/2006/relationships/notesSlide" Target="/ppt/notesSlides/notesSlide6.xml" Id="Rdf9d9b240a6a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a2397a0ac47e1" /><Relationship Type="http://schemas.openxmlformats.org/officeDocument/2006/relationships/image" Target="/ppt/media/image5.png" Id="Rcce3939b23a5428a" /><Relationship Type="http://schemas.openxmlformats.org/officeDocument/2006/relationships/image" Target="/ppt/media/image6.png" Id="Rc05dcb6c6d65442c" /><Relationship Type="http://schemas.openxmlformats.org/officeDocument/2006/relationships/notesSlide" Target="/ppt/notesSlides/notesSlide7.xml" Id="Rbdd3ff39060d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abb666c31465d" /><Relationship Type="http://schemas.openxmlformats.org/officeDocument/2006/relationships/image" Target="/ppt/media/image7.png" Id="R68dc90ec151045fc" /><Relationship Type="http://schemas.openxmlformats.org/officeDocument/2006/relationships/notesSlide" Target="/ppt/notesSlides/notesSlide8.xml" Id="R526be3c58f6b42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1bdb2036e4ccd" /><Relationship Type="http://schemas.openxmlformats.org/officeDocument/2006/relationships/image" Target="/ppt/media/image8.png" Id="Rb31184ccf76746b4" /><Relationship Type="http://schemas.openxmlformats.org/officeDocument/2006/relationships/notesSlide" Target="/ppt/notesSlides/notesSlide9.xml" Id="R7d07fda1420340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6f659796d45ad" /><Relationship Type="http://schemas.openxmlformats.org/officeDocument/2006/relationships/notesSlide" Target="/ppt/notesSlides/notesSlide10.xml" Id="Rd620237597a842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Curated</c:v>
          </c:tx>
          <c:spPr>
            <a:solidFill xmlns:a="http://schemas.openxmlformats.org/drawingml/2006/main">
              <a:srgbClr val="0D9488"/>
            </a:solidFill>
          </c:spPr>
          <c:cat>
            <c:strRef>
              <c:f>'Chart Data'!$A$2:$A$4</c:f>
              <c:strCache>
                <c:ptCount val="3"/>
                <c:pt idx="0">
                  <c:v>Curated</c:v>
                </c:pt>
                <c:pt idx="1">
                  <c:v>Follow up</c:v>
                </c:pt>
                <c:pt idx="2">
                  <c:v>Remove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Follow up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Data'!$C$2:$C$4</c:f>
              <c:strCache>
                <c:ptCount val="3"/>
                <c:pt idx="0">
                  <c:v>Curated</c:v>
                </c:pt>
                <c:pt idx="1">
                  <c:v>Follow up</c:v>
                </c:pt>
                <c:pt idx="2">
                  <c:v>Remove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55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Remove</c:v>
          </c:tx>
          <c:spPr>
            <a:solidFill xmlns:a="http://schemas.openxmlformats.org/drawingml/2006/main">
              <a:srgbClr val="94A3B8"/>
            </a:solidFill>
          </c:spPr>
          <c:cat>
            <c:strRef>
              <c:f>'Chart Data'!$E$2:$E$4</c:f>
              <c:strCache>
                <c:ptCount val="3"/>
                <c:pt idx="0">
                  <c:v>Curated</c:v>
                </c:pt>
                <c:pt idx="1">
                  <c:v>Follow up</c:v>
                </c:pt>
                <c:pt idx="2">
                  <c:v>Remove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f0b75b93d4fd2"/>
          <a:srcRect xmlns:a="http://schemas.openxmlformats.org/drawingml/2006/main" l="18359" t="0" r="18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0"/>
            <a:ext cx="7715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F986C-0921-4851-82BB-366B13B8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8DDF7-22BB-4830-B8C6-BDE1381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C8912-FF6E-4950-AF65-F34DC46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3714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D2FD3-29FE-4DA8-BC05-5879D1BB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CFB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CFBF1"/>
                </a:solidFill>
                <a:latin typeface="Arial"/>
                <a:ea typeface="Arial"/>
                <a:cs typeface="Arial"/>
              </a:rPr>
              <a:t>Ten qualified integrations and three verified product design chains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AF2D6-A6BF-4837-874E-9E40751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49387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3552-7CB5-4151-89AD-B4F7533B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3BA20-58A7-493E-BA78-2BFF0282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Engineering MCP portfolio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F61AE-A5E8-4DAA-B604-FCEDB070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deliberately small supported baseline from 77 reviewed integrations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B7D48-A94D-4050-AA13-B0BE7BDF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4E537-566B-4071-AB23-B7B672FE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e5dc69d2ca4b6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BDD04-0972-4F1D-B2B4-5C73E191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405B7-2228-4305-9C06-C9AE2F04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qualified engineering MCP servers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15871-4DB9-4CF8-B9B5-2DE1A38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83587-6313-49CA-AB40-CBBC45DF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verified product design chains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2AA34-8866-483C-81F3-5228BDDE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30 / 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D67F9-C2EC-4642-8E50-306594E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successful MCP calls</a:t>
            </a:r>
          </a:p>
        </p:txBody>
      </p:sp>
    </p:spTree>
    <p:extLst>
      <p:ext uri="{BB962C8B-B14F-4D97-AF65-F5344CB8AC3E}">
        <p14:creationId xmlns:p14="http://schemas.microsoft.com/office/powerpoint/2010/main" val="1333100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A43FE3-9EA6-4CA2-9629-33A8BF3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9228E-2E80-429A-BBDC-C007602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Ten integrations form the supported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C05A-1EE6-4360-B1BA-B425CE71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Five were exercised together in the product design chains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D788E-96D2-4814-B009-273EF4CA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99F8B-B2A6-4E68-BAEB-39E1FA2B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6B695-5557-442F-819D-24E4D63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USED IN CHAINS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B0D9-4E7F-4863-B3A4-DBAEDCC6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273AE-49A3-473A-8E75-62B60287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BREP 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CE99C-5AFF-4C90-BE6D-2FE0900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parametric solid CAD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95DC5-EA49-4915-8459-43FA5D3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B7BAA-9044-40AA-BAF8-BA67532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OASiS Open FEM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89CCD-A4B1-4B33-A88D-93D616DD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structural and thermal screening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BF65F-4071-4C76-B632-E3531250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C45B2-278A-44DC-A761-ECF638B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AutoCAD MCP 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B1A29-66F9-4677-AE52-179525F2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DXF drawing and controlled revision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35DD8-7CEA-48D4-8EC8-3BDFB624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57886-6C15-4371-8E5E-2BE94853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KiCad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113CE-9ADB-4ED3-B092-E2FBDE98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PCB, audit and fabrication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A1005-A97A-4198-8488-29CD173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9AB56-1E23-4FBC-AB76-083186A7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ROSBag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F589F-341D-41AC-B433-1F33D7A3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test and field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9E4D7-C0DD-4D22-A697-B39FC2F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INDEPENDENTLY QUALIFIED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55310-A257-44D2-9A29-6796430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ECF1D-4C97-4132-BDB3-94274ADB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Autodesk Product Help MCP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8D746-3DB5-43C8-B507-9643F56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requirements and design guidance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B84DB-9DC8-482E-B5ED-679F1AEC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899B8-FA5B-488A-BC70-1C28AC1D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Blender 3D Mesh Copilot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05C4D-760E-454C-A110-73A137A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mesh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25A45-B30D-4218-8C1F-2EDA3C92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78684-3F90-473C-BA67-AC59A53D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FreeCAD Python Server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61DE9-B613-4BC9-927C-8C67791C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solid CAD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F66938-09D3-4AF3-99CD-C42BBE8B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97D30-6D52-450D-8CC0-7AA2B30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24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OpenSCAD Rendering Engine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F38EC1-EC84-428C-BAF2-FFB5E01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scripted CAD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9EAF6F-2364-4DAE-A129-D84CE628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4E77ED-6050-4CD5-9178-6123ED84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Rhino MCP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4D7048-C6CD-4815-9DE2-F8CF4D06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2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standalone solid 3DM</a:t>
            </a:r>
          </a:p>
        </p:txBody>
      </p:sp>
    </p:spTree>
    <p:extLst>
      <p:ext uri="{BB962C8B-B14F-4D97-AF65-F5344CB8AC3E}">
        <p14:creationId xmlns:p14="http://schemas.microsoft.com/office/powerpoint/2010/main" val="1663257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9DC5FA-D6A6-46CB-B367-6E2B0EFE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AD715-5AD6-4C8D-96F8-D3CCB3FD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product design chains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347C-3AEA-412A-9379-39EA78D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Each transition carried verified identity, revision, units and artifact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AF74D-B085-4617-AD03-9DEBFEC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0F859-3188-46F8-AD2D-E745EB9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446DE-D817-42A6-AF86-C6FFDEAF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1  MECHANICAL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09854-498E-4E49-BBA3-E5E1D530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47850"/>
            <a:ext cx="262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E063D-F050-4D22-8B18-79C84CB9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247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BREP CAD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B285B-61F3-4F02-A5B4-368E01DC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19240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CE451-C543-4062-9C59-CFAD778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847850"/>
            <a:ext cx="262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E23A3-2FEE-4C80-8813-0A4CAF5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1924050"/>
            <a:ext cx="247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OASiS FEA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8E056-CCB6-4463-8DBA-4EFC930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19240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40286-FBE0-446C-9A14-7451B607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1847850"/>
            <a:ext cx="262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D8421-F84C-4F5B-AA42-4EE811F9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0" y="1924050"/>
            <a:ext cx="247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AutoCAD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1C2F7-13BE-40EF-8CDB-15C12E72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2  ELECTRONICS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F3B20-7916-4C0E-8261-71CC9408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57550"/>
            <a:ext cx="186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3B857-46AD-46F2-BF23-2830A37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KiCad PCB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FBBC7-C6E0-4558-AA5A-D0D0353B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10B65-9944-43AD-ACA3-B0B2D388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57550"/>
            <a:ext cx="186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B3FFE-8F7D-4782-A519-38050BB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BREP enclosure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923F3-DC66-4186-B752-33A76A11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29C4D-8D0B-4D30-9738-171FA2AC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86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30C72-9AFC-4689-83F2-A5376E04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OASiS thermal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F513A-B031-4DA5-9855-44229DE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65FB0-9D52-4A6A-90E0-C52903D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186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1FF8B-29A4-48A8-A1C0-175334B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33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ROS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BC7BF-7135-4EC5-A072-919CC9A7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3  FIELD FEEDBACK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0AC39E-4124-4C6D-8BAF-7E046CB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262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B99C3-FF46-41A7-A368-5C0CF4DB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247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AutoCAD rev 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DDB7E3-4905-4D86-B8D5-947A6DE6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47434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A23857-79F8-41F8-8CAA-AF3304A5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4667250"/>
            <a:ext cx="262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91721-64FD-46AC-8F95-5FE4F80C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4743450"/>
            <a:ext cx="247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ROS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A98055-C1A3-40F1-9B46-79D588F7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47434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F07555-4D11-49B7-A8BF-74C26369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4667250"/>
            <a:ext cx="262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47FA4-8261-4771-850B-125C33D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0" y="4743450"/>
            <a:ext cx="247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AutoCAD rev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BC9F2-0517-42F2-9063-079FE5C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7 handoffs accepted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AC3AC-138A-4C32-8835-4198A53E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15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7 corrupted manifests rejected</a:t>
            </a:r>
          </a:p>
        </p:txBody>
      </p:sp>
    </p:spTree>
    <p:extLst>
      <p:ext uri="{BB962C8B-B14F-4D97-AF65-F5344CB8AC3E}">
        <p14:creationId xmlns:p14="http://schemas.microsoft.com/office/powerpoint/2010/main" val="1167522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5AEF0-3BE2-4676-A5F8-AAA06354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921CA-CBEA-4D09-96D2-0CBFB60E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Mechanical chain  •  CAD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06F14-24E4-4668-924F-0E98DED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BREP generated the bracket and AutoCAD reproduced its review geometry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CBA4B-240A-4890-A8CF-94890568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CD7D-A3FE-4054-A88B-044C6FBB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FC752-B725-464D-B17A-DD5D219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7810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005c557144d87"/>
          <a:stretch xmlns:a="http://schemas.openxmlformats.org/drawingml/2006/main"/>
        </p:blipFill>
        <p:spPr>
          <a:xfrm xmlns:a="http://schemas.openxmlformats.org/drawingml/2006/main">
            <a:off x="1004888" y="1676400"/>
            <a:ext cx="68580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CDA3-B820-4ABE-B818-E4A40528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100 × 30 ×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96C19-28FB-4D6D-8F1B-F79800F1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millimetre solid envelope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F5C64-7990-4107-9F0B-561B952D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 × Ø8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2D383-74AA-499C-A53E-EA381EE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through holes at x 15 and 85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16DDB-8E22-4EFE-A051-CF8BDEB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48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23,196.09 mm³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F8C48-CD97-4C94-83A4-F621264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578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measured STL volume  •  within 0.2% oracle</a:t>
            </a:r>
          </a:p>
        </p:txBody>
      </p:sp>
    </p:spTree>
    <p:extLst>
      <p:ext uri="{BB962C8B-B14F-4D97-AF65-F5344CB8AC3E}">
        <p14:creationId xmlns:p14="http://schemas.microsoft.com/office/powerpoint/2010/main" val="712859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EE672-F453-40A6-9E4C-3B0CF993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028E1-1534-4B8D-9A39-6B505967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Mechanical chain  •  screening and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C5DC3-2461-4269-BE4C-3EF29ED9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fixed boundary remained zero and the drawing retained the CAD envelope and holes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FBBBB-41D9-44DA-BE4E-301B28B3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9CC6D-734D-47A1-AC1D-2DD11116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0D06F-DE04-442D-B4ED-D673936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74295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175ce5a0f4f7d"/>
          <a:stretch xmlns:a="http://schemas.openxmlformats.org/drawingml/2006/main"/>
        </p:blipFill>
        <p:spPr>
          <a:xfrm xmlns:a="http://schemas.openxmlformats.org/drawingml/2006/main">
            <a:off x="619125" y="1835966"/>
            <a:ext cx="7239000" cy="37575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7E6BF-0D22-49C1-A8D8-4155618E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8a1e289cd419b"/>
          <a:stretch xmlns:a="http://schemas.openxmlformats.org/drawingml/2006/main"/>
        </p:blipFill>
        <p:spPr>
          <a:xfrm xmlns:a="http://schemas.openxmlformats.org/drawingml/2006/main">
            <a:off x="8382000" y="2099629"/>
            <a:ext cx="3143250" cy="113474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D789C-174F-4A83-8E83-46405C0B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481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63.27 µm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AD48B-76A2-42F1-8940-4784D57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maximum displacement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891D3-CB8D-416C-A942-E85CD709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 micrometres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D018A-CD5E-4419-8C4E-81C6EED3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467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fixed edge maximum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B2751-A505-471F-8E3D-AE49231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Screening model  •  mounting holes excluded</a:t>
            </a:r>
          </a:p>
        </p:txBody>
      </p:sp>
    </p:spTree>
    <p:extLst>
      <p:ext uri="{BB962C8B-B14F-4D97-AF65-F5344CB8AC3E}">
        <p14:creationId xmlns:p14="http://schemas.microsoft.com/office/powerpoint/2010/main" val="1048932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2ACBA-40CE-4E50-B032-150ECDB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C9B5E-2DDF-4AC0-A9D9-4348C2FF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Electronics chain  •  PCB and enclosure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6DEF-7B3A-41E3-BF75-9AA32487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KiCad produced the board and manufacturing package before the BREP enclosure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C83E7-9056-452F-9D65-C56C46B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3F458-E776-4EA0-961D-F0F60A1F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AD0F7-EB75-4D07-8E24-86F44F3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6953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3939b23a5428a"/>
          <a:srcRect xmlns:a="http://schemas.openxmlformats.org/drawingml/2006/main" l="0" t="2357" r="0" b="2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676275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FC213-C7FB-49DF-9DC4-261F94AF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810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dcb6c6d65442c"/>
          <a:stretch xmlns:a="http://schemas.openxmlformats.org/drawingml/2006/main"/>
        </p:blipFill>
        <p:spPr>
          <a:xfrm xmlns:a="http://schemas.openxmlformats.org/drawingml/2006/main">
            <a:off x="7953375" y="1723496"/>
            <a:ext cx="3524250" cy="215370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24822-E07E-4080-8F0C-B3A9D9E2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50 × 40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FC288-0DD8-4EA0-A520-BD547293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24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PCB with R1 at center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A0570-C1D4-473A-BB75-E5247FC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62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60 × 50 × 15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039E6-62F8-4ED8-983E-982B8F5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543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enclosure envelope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39CF8-0BB3-449F-9411-43C7374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905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24 Gerbers  +  1 drill file</a:t>
            </a:r>
          </a:p>
        </p:txBody>
      </p:sp>
    </p:spTree>
    <p:extLst>
      <p:ext uri="{BB962C8B-B14F-4D97-AF65-F5344CB8AC3E}">
        <p14:creationId xmlns:p14="http://schemas.microsoft.com/office/powerpoint/2010/main" val="1958183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3F7B1-B2E1-413E-9E5D-2268B67C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AF5F0-105B-4ACE-98A6-09850387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Electronics chain  •  thermal result and ROS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5CBED-9F6B-4468-92E2-621290BC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deterministic test record bound the board, enclosure and simulation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20BE4-CCA0-4E47-B495-461642B5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9230B-FCC5-47EC-A0C3-4A8A1A8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67C67-1E09-4BBF-90A3-E0257927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c90ec151045fc"/>
          <a:stretch xmlns:a="http://schemas.openxmlformats.org/drawingml/2006/main"/>
        </p:blipFill>
        <p:spPr>
          <a:xfrm xmlns:a="http://schemas.openxmlformats.org/drawingml/2006/main">
            <a:off x="1211238" y="1619250"/>
            <a:ext cx="5864275" cy="4333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1FBE6-76DE-491C-9F6A-D8B088CD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47.36 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48A95-26B3-42B0-A55D-B5D4537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431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maximum board temperature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586E7-2CE7-4A66-A958-FE5A1704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99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85.00 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ACB48-82DB-4C72-AC14-F5BDBC9B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validation limit  • 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853E1-ACBA-4F09-94BA-6694E16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4F5DB-0442-48D9-AB08-551455A8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9625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ROS validation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F8ECA-435E-4821-91EC-A2E42BF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design  •  revision  •  3 artifact hashes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32023-2E03-4BFB-9E75-7A8FEEAA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43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Board-level screening case</a:t>
            </a:r>
          </a:p>
        </p:txBody>
      </p:sp>
    </p:spTree>
    <p:extLst>
      <p:ext uri="{BB962C8B-B14F-4D97-AF65-F5344CB8AC3E}">
        <p14:creationId xmlns:p14="http://schemas.microsoft.com/office/powerpoint/2010/main" val="1786763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5373E-32CD-4160-9770-ED7C3F1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23F87-363E-4212-8ECF-62273933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Field feedback chain  •  evidence controlled revision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69800-D332-47B9-83CB-4431E528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measured limit violation caused a traceable geometry change from revision A to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990D9-C767-41B0-B08E-59FDD085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F2BB6-1149-4481-AF89-BEF0F3F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4CD9C-0B0E-4D71-BBAD-BC36AE8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7477125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184ccf76746b4"/>
          <a:stretch xmlns:a="http://schemas.openxmlformats.org/drawingml/2006/main"/>
        </p:blipFill>
        <p:spPr>
          <a:xfrm xmlns:a="http://schemas.openxmlformats.org/drawingml/2006/main">
            <a:off x="619125" y="1908539"/>
            <a:ext cx="7286625" cy="385054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4F7AD-6EF4-45D2-8B6A-3B3751A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1.8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811D0-3B9D-4E4B-9AF3-5E2B64D5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measured deflection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1DBEE-63C8-4999-90E5-C1276C8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1.0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AA384-6BCD-4D74-A508-3D754DD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allowable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96532-8181-408B-B2B5-396B339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19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8 → 10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B1F20-B804-4A36-91BF-1EA55F5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435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section thickness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57978-4A1B-4D94-B1E9-2B36B4C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95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Revision A retained  •  B released</a:t>
            </a:r>
          </a:p>
        </p:txBody>
      </p:sp>
    </p:spTree>
    <p:extLst>
      <p:ext uri="{BB962C8B-B14F-4D97-AF65-F5344CB8AC3E}">
        <p14:creationId xmlns:p14="http://schemas.microsoft.com/office/powerpoint/2010/main" val="83753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2F49B-27C6-4791-8CCB-9F5503B9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STATUS  •  8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4D976-3008-4FF7-B94C-AC2A989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Next qualification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99011-256F-4ADD-BC06-A19A391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Protect the supported baseline and require new servers to improve a real design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F6252-BAE5-4BE3-BA63-6B43CFF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WRIGHT  •  ENGINEERING MCP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9A4F9-9C52-4F3D-8DCB-45E29EA5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5A10C-D15D-4DEC-A0A4-BE64750B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56E11-CECB-497C-B5B8-7BBD1A6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Requalify the 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7627F-9C77-475F-A58E-39816ED4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Repeat launch, schema and artifact checks on a fixed cadence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0F1B7-0096-42AF-AC2A-2BE312E0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B988F-29BF-4FCA-81D9-97128053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Maintain the three chains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1B646-1915-4051-8246-82E6B9FC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Run them as regression scenarios with stable inputs and thresholds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CD464-CD57-486E-8823-6AF173B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6A2AE-F4BF-4941-BDEE-C062285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one candidate at a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9948C-2E11-4C06-B152-60479AB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Require a clean-container pass and a role in a realistic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D867F-734E-4CD6-9CED-C5F9E4E0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9AC47-656D-454F-83A4-F4F5245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Increase scenario realism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374B9-6C45-460D-961F-B4ECE4D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Add KiCad DRC, richer CAD assemblies and physical comparison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FD026-7B0D-4372-8A65-E5CF8632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41910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2BB84-DECF-4B6B-8886-E1BCA09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operating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ACC84-7242-42F3-8E53-9ACC2033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333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Linux container scopes are qualified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FEA results are screening evidence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KiCad DRC is outside the current case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Repeat user adoption is not yet measured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Physical MHS operation remains unqualified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A614C-3786-45EC-83F3-2D52B5F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816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Supported baseline  •  10 servers  •  3 chains</a:t>
            </a:r>
          </a:p>
        </p:txBody>
      </p:sp>
    </p:spTree>
    <p:extLst>
      <p:ext uri="{BB962C8B-B14F-4D97-AF65-F5344CB8AC3E}">
        <p14:creationId xmlns:p14="http://schemas.microsoft.com/office/powerpoint/2010/main" val="959489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2026-09-09T12:21:56.3660000Z</dcterms:created>
  <dcterms:modified xsi:type="dcterms:W3CDTF">2026-09-09T12:21:56.3660000Z</dcterms:modified>
</coreProperties>
</file>